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コンセプト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 この森は何のためにあるのか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こぶしの森設立趣意書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参照事例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森の体験について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森づくりの論点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絵の方向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結び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備考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